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project as an end-to-end data science project on the Spotify Songs dataset — from raw data to a working popularity-prediction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Spotify tracks carry measurable audio characteristics, and that the project uses these to understand songs and predict popularity. Walk through the 6 objectives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the scale of the dataset — 32,833 tracks, 23 columns, 6 genres. Point out the near-even genre split so they understand there's no class-imbalance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preprocessing pipeline left to right. Emphasize that missing values and duplicates were checked and found negligible, and that scaling was applied before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popularity distribution — note the broad spread and the visible spike near zero. Then show the genre distribution — highlight EDM leading and Rock trailing slightly.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grouped bar chart genre by genre. Call out EDM's high energy/low acousticness and R&amp;B's high acousticness/low energy as the clearest contrasts.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required correlation slide. Point at the heatmap and walk through the three strongest relationships, then highlight that popularity itself has no strong single-feature correlate — this sets up the modeling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no PCA was used — features were selected directly based on domain relevance. Walk through the funnel from 23 raw columns down to 10 numeric features plus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models. Spend more time on Random Forest since it's the better performer — explain briefly what an ensemble of decision trees does differently from a linear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scatter plot — points near the diagonal are accurate predictions. Then walk the audience through the R² and MAE comparison, explaining Random Forest's clear edge on both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feature importance chart — duration, loudness and tempo matter most. Use this to explain why R² is still moderate: popularity depends on more than just audio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main takeaways in plain language, then pivot to practical applications — how a label, playlist curator, or streaming platform could use this analysis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 here: clarify that clustering and recommendation were not built in this version of the project. Walk through the conceptual pipeline as a proposed next step, not a completed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what was actually accomplished, then walk through the future scope items as clearly labeled next steps — clustering, PCA, external data, and a full recommendation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mentor and audience,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E7F6E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E7F6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146304" cy="14630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350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 |  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Songs'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Segmentation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Audio-Feature Correlation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Track Popularity Prediction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07492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32,833 Spotify tracks  •  23 attributes  •  6 genres  •  24 subgenres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56509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"30000 Spotify Songs" dataset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  •  PROJECT PRESENTATION</a:t>
            </a:r>
            <a:endParaRPr lang="en-US" sz="900" dirty="0"/>
          </a:p>
        </p:txBody>
      </p:sp>
      <p:sp>
        <p:nvSpPr>
          <p:cNvPr id="30" name="Team Card"/>
          <p:cNvSpPr/>
          <p:nvPr/>
        </p:nvSpPr>
        <p:spPr>
          <a:xfrm>
            <a:off x="6583680" y="5074920"/>
            <a:ext cx="515000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am Label"/>
          <p:cNvSpPr txBox="1"/>
          <p:nvPr/>
        </p:nvSpPr>
        <p:spPr>
          <a:xfrm>
            <a:off x="6812280" y="5257800"/>
            <a:ext cx="469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</a:p>
        </p:txBody>
      </p:sp>
      <p:sp>
        <p:nvSpPr>
          <p:cNvPr id="32" name="Team Names"/>
          <p:cNvSpPr txBox="1"/>
          <p:nvPr/>
        </p:nvSpPr>
        <p:spPr>
          <a:xfrm>
            <a:off x="6812280" y="5600000"/>
            <a:ext cx="4692800" cy="42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Pranshu Tyagi  •  Kashish Kushwaha  •  Dhanvi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hosts millions of songs spread across genres and playlists. Every track carries a set of measurable audio characteristics — danceability, energy, acousticness, valence, tempo, and more — that describe how it actually sounds. This project uses those characteristics to explore how songs relate to one another and to understand what drives a track's popularity.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004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raw Spotify dataset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genre, popularity and audio-feature patterns (EDA)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correlations between audio characteristics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features for predictive modeling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models that predict track popularity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findings into practical, business-relevant insights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9320" y="2606040"/>
            <a:ext cx="5742432" cy="3703320"/>
          </a:xfrm>
          <a:prstGeom prst="roundRect">
            <a:avLst>
              <a:gd name="adj" fmla="val 1975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USED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200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4564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suitable a track is for dancing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7947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0507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intensity and activity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43891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46451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positivity / happiness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4983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52395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the track is acoustic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5577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Loudness, Speechiness, Liveness, Instrumentalness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5833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sonic characteristics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27048"/>
            <a:ext cx="181965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32,833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182673"/>
            <a:ext cx="1636776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(ROWS)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141732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9152" y="1527048"/>
            <a:ext cx="181965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2182673"/>
            <a:ext cx="1636776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61104" y="141732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1104" y="1527048"/>
            <a:ext cx="181965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182673"/>
            <a:ext cx="1636776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GENRES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41732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1527048"/>
            <a:ext cx="181965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54496" y="2182673"/>
            <a:ext cx="1636776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SUBGENRES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65008" y="141732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65008" y="1527048"/>
            <a:ext cx="181965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10,692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56448" y="2182673"/>
            <a:ext cx="1636776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ARTISTS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966960" y="141732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966960" y="1527048"/>
            <a:ext cx="181965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449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058400" y="2182673"/>
            <a:ext cx="1636776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PLAYLISTS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6903720" cy="3429000"/>
          </a:xfrm>
          <a:prstGeom prst="roundRect">
            <a:avLst>
              <a:gd name="adj" fmla="val 213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45643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372160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track_name, track_artist, track_album_name, playlist_name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114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437997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playlist_genre, playlist_subgenre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7731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503834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track_popularity (0–100 scale)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543153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(numeric)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7240" y="569671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danceability, energy, loudness, speechiness, acousticness, instrumentalness, liveness, valence, tempo, duration_ms, key, mode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71232" y="288036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638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SPLIT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86384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24128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6,043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3831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0" y="3831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5,746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863840" y="42336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241280" y="4233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5,507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863840" y="46360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R&amp;B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241280" y="4636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5,431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863840" y="50383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241280" y="50383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5,155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863840" y="5440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241280" y="5440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4,951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863840" y="595274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are almost evenly represented — no severe class imbalance.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 Data Model-Ready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80848" y="150876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0848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32,833 rows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72488" y="150876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28520" y="150876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28520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0160" y="150876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76192" y="150876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76192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67832" y="150876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23864" y="150876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23864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15504" y="150876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71536" y="150876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71536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863176" y="150876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19208" y="150876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1DB95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19208" y="15087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035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ACTUALLY PERFORMED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364992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— only 5 rows (out of 32,833) had a missing track/artist/album name; no audio-feature columns were affected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 — none were found (0 duplicates)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10 numeric audio features as model inputs (X) and track_popularity as the prediction target (y)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80% training (26,266 rows) and 20% testing (6,567 rows), random_state = 42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features using StandardScaler (zero mean, unit variance) before modeling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2834640"/>
            <a:ext cx="5742432" cy="347472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3035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3832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such as playlist_genre and playlist_subgenre were explored during EDA but were not one-hot encoded or fed into the regression models — the models use only the 10 numeric audio features listed above. No outlier removal or explicit imputation was required, since missing/duplicate values were negligible.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8920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track_id, track_name, track_artist, album fields, and playlist identifiers were excluded from the model — they are metadata, not audio characteristics.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&amp; Genre Landscape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roject/figs/popularity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525780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74243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is broadly spread (mean ≈ 42.5, median 45), with a visible cluster of tracks scored 0 — likely lesser-known or newly added songs.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1" name="Image 1" descr="/home/claude/project/figs/genre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36192"/>
            <a:ext cx="5285232" cy="4160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5742432"/>
            <a:ext cx="5285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leads with 6,043 tracks; Rock has the fewest at 4,951 — a healthy, near-balanced genre split across the dataset.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Genres Differ Sonically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roject/figs/genre_feature_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766560" cy="4251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17320"/>
            <a:ext cx="4096512" cy="4846320"/>
          </a:xfrm>
          <a:prstGeom prst="roundRect">
            <a:avLst>
              <a:gd name="adj" fmla="val 178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196596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and Latin score highest on danceability (0.72 &amp; 0.71)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has the highest average energy (0.80) and lowest acousticness (0.08) — fast, electronic, non-acoustic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R&amp;B is the most acoustic genre on average (0.26) and has the lowest energy (0.59)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scores highest on valence (0.61) — the ‘happiest’ sounding genre on average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sits mid-range on energy but lowest on danceability (0.52)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Audio Features Relate to Each Other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178040" cy="4892040"/>
          </a:xfrm>
          <a:prstGeom prst="roundRect">
            <a:avLst>
              <a:gd name="adj" fmla="val 1495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roject/fig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967728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371600"/>
            <a:ext cx="3959352" cy="4892040"/>
          </a:xfrm>
          <a:prstGeom prst="roundRect">
            <a:avLst>
              <a:gd name="adj" fmla="val 1848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28432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28432" y="1874520"/>
            <a:ext cx="37033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↔ Loudness: +0.68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relationship in the data — louder tracks are perceived as more energetic.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↔ Acousticness: −0.54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High-energy tracks are far less likely to be acoustic.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↔ Acousticness: −0.36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tracks tend to be quieter, reinforcing the pattern above.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↔ any single feature: weak (max |0.15|)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audio feature strongly predicts popularity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Audio Features to Model Inputs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PCA or other dimensionality-reduction technique was applied in this project. Instead, 10 numeric audio features were directly selected as model inputs based on domain relevance, and track_popularity was set as the prediction target.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8028" y="24231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8028" y="24231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Raw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46908" y="242316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66948" y="24231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66948" y="24231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IDs, Names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Categorical 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35828" y="242316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55868" y="24231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5868" y="24231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Numeric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(X)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24748" y="242316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44788" y="24231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DB95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44788" y="24231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track_popularity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Target (y)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1274552" cy="2423160"/>
          </a:xfrm>
          <a:prstGeom prst="roundRect">
            <a:avLst>
              <a:gd name="adj" fmla="val 301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 (X)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43484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34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speechiness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85416" y="443484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85416" y="44348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85032" y="4434840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443484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50408" y="443484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4434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84264" y="443484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443484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26680" y="4434840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443484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86216" y="443484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86216" y="4434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994392" y="4434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94392" y="44348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" y="4937760"/>
            <a:ext cx="53035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93776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453896" y="493776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93776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7240" y="5559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(y):  track_popularity  (0–100 scale)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Track Popularity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frames song popularity as a supervised regression problem: given a track's audio characteristics, predict its popularity score. Two regression algorithms were trained and compared on the same 80/20 train-test split.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450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LINEAR REGRESSION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— assumes a straight-line relationship between audio features and popularity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simple, highly interpretable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StandardScaler-scaled features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120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when relationships are linear — a useful reference point.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5696712" cy="4023360"/>
          </a:xfrm>
          <a:prstGeom prst="roundRect">
            <a:avLst>
              <a:gd name="adj" fmla="val 1818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240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7249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RANDOM FOREST REGRESSION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1089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(n_estimators = 100, random_state = 42)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and feature interactions that linear regression misses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evaluated on the same scaled train/test split for a fair comparison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51206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the final model — it outperformed Linear Regression on every evaluation metric.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&amp; Comparison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roject/fig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4937760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417320"/>
            <a:ext cx="5971032" cy="3246120"/>
          </a:xfrm>
          <a:prstGeom prst="roundRect">
            <a:avLst>
              <a:gd name="adj" fmla="val 2254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0" name="Image 1" descr="/home/claude/project/figs/mode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554480"/>
            <a:ext cx="5760720" cy="29718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46320"/>
          <a:ext cx="11274552" cy="1417320"/>
        </p:xfrm>
        <a:graphic>
          <a:graphicData uri="http://schemas.openxmlformats.org/drawingml/2006/table">
            <a:tbl>
              <a:tblPr/>
              <a:tblGrid>
                <a:gridCol w="4297680"/>
                <a:gridCol w="3474720"/>
                <a:gridCol w="35021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(lower is better)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(lower is better)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 (higher is better)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Drives Predicted Popularity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309360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roject/fig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6035040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417320"/>
            <a:ext cx="4736592" cy="4846320"/>
          </a:xfrm>
          <a:prstGeom prst="roundRect">
            <a:avLst>
              <a:gd name="adj" fmla="val 1544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1965960"/>
            <a:ext cx="4251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duration_ms, loudness and tempo carry the most weight (≈11-12% each) in the Random Forest's predictions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contributes least (≈4.9%) — pitch class has minimal bearing on popularity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is fairly evenly spread across the 10 features — no single feature dominates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spread, combined with the low R² (0.29), shows that audio characteristics alone only partially explain popularity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popularity is also shaped by factors outside this dataset — artist fame, marketing, playlist placement, and release timing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Practical Value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are near-evenly represented (4,951–6,043 tracks each) — no class-imbalance issues for genre-level analysis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loudness move together strongly (+0.68); acousticness moves opposite to both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is the highest-energy, least-acoustic genre; R&amp;B is the most acoustic and lowest-energy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audio feature correlates strongly with popularity (max |r| = 0.15, instrumentalness)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(R² = 0.293) explains meaningfully more popularity variance than Linear Regression (R² = 0.071), confirming non-linear patterns exist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68112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020824"/>
            <a:ext cx="109728" cy="109728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A&amp;R / Label Screening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22585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tracks whose audio profile resembles historically popular songs before release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044952"/>
            <a:ext cx="109728" cy="109728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2990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Curation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32826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genre-level feature profiles to build sonically consistent playlists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4069080"/>
            <a:ext cx="109728" cy="109728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0142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43068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which sonic traits correlate with performance across a catalogue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5093208"/>
            <a:ext cx="109728" cy="109728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5038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Recommendations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53309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Audio-feature similarity is a natural building block for song-similarity and recommendation tools (see Future Scope)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 a Recommendation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3D6"/>
          </a:solidFill>
          <a:ln w="12700">
            <a:solidFill>
              <a:srgbClr val="E3B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project stops at popularity prediction from audio features. It does not implement clustering, similarity search, or a recommendation engine. The conceptual architecture below shows how this work could be extended — it is proposed future scope, not completed work.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8612" y="2514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8612" y="2514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Listening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4572" y="25146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45740" y="2514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45740" y="2514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Audio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1700" y="25146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12868" y="2514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12868" y="2514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/ Find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Songs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78828" y="25146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79996" y="2514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79996" y="2514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Similarity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Popularity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45956" y="2514600"/>
            <a:ext cx="201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447124" y="2514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47124" y="2514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IMPLEMENTED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44805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correlation analysis, and a Random Forest / Linear Regression model that predicts a track's popularity from its audio features.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4206240"/>
            <a:ext cx="0" cy="187452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NEED TO BE ADDED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44805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clustering step (e.g. K-Means on scaled audio features) to group similar songs, plus a similarity-ranking layer to turn clusters into actual song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00584" cy="10058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01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32,833 Spotify tracks across 6 genres and 24 subgenres using 10 audio features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audio features correlate strongly with each other (e.g. energy ↔ loudness) but only weakly with popularity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compared two regression models; Random Forest (R² = 0.293) clearly outperformed Linear Regression (R² = 0.071)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duration, loudness and tempo as the most influential features for predicting popularity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that audio characteristics alone give a partial — not complete — picture of what makes a song popular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68112" cy="4846320"/>
          </a:xfrm>
          <a:prstGeom prst="roundRect">
            <a:avLst>
              <a:gd name="adj" fmla="val 1509"/>
            </a:avLst>
          </a:prstGeom>
          <a:solidFill>
            <a:srgbClr val="F5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965960"/>
            <a:ext cx="5074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clustering (e.g. K-Means) to group songs into genuine audio-based segments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to explore feature dimensionality and visualize song similarity in 2D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external signals (artist popularity, release date, playlist placement) to improve prediction power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similarity-based or collaborative-filtering recommendation engine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hybrid recommendation approaches and deep-learning audio embeddings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larger, more current Spotify dataset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E7F6EC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480560"/>
            <a:ext cx="4023360" cy="4023360"/>
          </a:xfrm>
          <a:prstGeom prst="ellipse">
            <a:avLst/>
          </a:prstGeom>
          <a:solidFill>
            <a:srgbClr val="E7F6EC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2331720"/>
            <a:ext cx="256032" cy="25603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Songs' Genre Segmentation — EDA, Correlation Analysis &amp; Popularity Prediction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2026-09-19T11:09:47Z</dcterms:created>
  <dcterms:modified xsi:type="dcterms:W3CDTF">2026-09-19T11:09:47Z</dcterms:modified>
</cp:coreProperties>
</file>